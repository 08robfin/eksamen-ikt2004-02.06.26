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273998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273998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d2739987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d2739987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d2739987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d2739987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Eksamen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IKT2004 - Robin Finnestad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 1 - Fag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 2 - Fag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 3 - Fag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