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31815e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31815e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d31815e1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d31815e1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Forståelse for IDE, opsett, og ting, men ikke kode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d31815e1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d31815e1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Hoste på egen webserver, sperre porter, vlan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d31815e1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d31815e1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d31815e1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d31815e1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arkitektur.m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brukerveiledning.md" TargetMode="External"/><Relationship Id="rId4" Type="http://schemas.openxmlformats.org/officeDocument/2006/relationships/hyperlink" Target="http://gdpr.md" TargetMode="External"/><Relationship Id="rId5" Type="http://schemas.openxmlformats.org/officeDocument/2006/relationships/hyperlink" Target="http://sikkerhet.md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ai-logg.md" TargetMode="External"/><Relationship Id="rId4" Type="http://schemas.openxmlformats.org/officeDocument/2006/relationships/hyperlink" Target="https://tangen-2it-utvikling.netlify.app/content/database-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Eksamen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IKT2004 - Robin Finnestad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Bryllupsplanlegger firma trenger en webbasert løsning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Koblet til database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Web server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Admin panel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Utvikling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NPM pakker (Express, PG, ejs)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SQL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SRC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Nettside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Admin side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Opplasting av bilder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Drift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Docker postgres container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Node som webserver, ikke bra for ekte deployment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Arkitektur.md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drift.md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Brukerstøtte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brukerveiledning.md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gdpr.md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kurs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sikkerhet.md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SQL injections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Passord i kildekode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Lett </a:t>
            </a:r>
            <a:r>
              <a:rPr lang="en"/>
              <a:t>tilgjengelig</a:t>
            </a:r>
            <a:r>
              <a:rPr lang="en"/>
              <a:t> admin side.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Kilder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AI-logg.md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https://tangen-2it-utvikling.netlify.app/content/database-01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